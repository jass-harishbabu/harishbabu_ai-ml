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Group -4</a:t>
            </a:r>
            <a:br>
              <a:rPr lang="en-IN" dirty="0"/>
            </a:br>
            <a:r>
              <a:rPr lang="en-IN" dirty="0"/>
              <a:t>Harish Babu Marella</a:t>
            </a:r>
            <a:br>
              <a:rPr lang="en-IN" dirty="0"/>
            </a:br>
            <a:r>
              <a:rPr lang="en-IN" dirty="0"/>
              <a:t>Ajala Olakunle</a:t>
            </a:r>
            <a:br>
              <a:rPr lang="en-IN" dirty="0"/>
            </a:br>
            <a:r>
              <a:rPr lang="en-IN" dirty="0"/>
              <a:t>Devaraj Vinothini</a:t>
            </a:r>
            <a:br>
              <a:rPr lang="en-IN" dirty="0"/>
            </a:br>
            <a:r>
              <a:rPr lang="en-IN" dirty="0" err="1"/>
              <a:t>Korlakunta</a:t>
            </a:r>
            <a:r>
              <a:rPr lang="en-IN" dirty="0"/>
              <a:t> Yogendra Kumar</a:t>
            </a:r>
            <a:br>
              <a:rPr lang="en-IN" dirty="0"/>
            </a:br>
            <a:r>
              <a:rPr lang="en-IN" dirty="0"/>
              <a:t>Malle Rakesh</a:t>
            </a:r>
            <a:br>
              <a:rPr lang="en-IN" dirty="0"/>
            </a:br>
            <a:r>
              <a:rPr lang="en-IN" dirty="0"/>
              <a:t>Namburi Sruthi</a:t>
            </a:r>
            <a:br>
              <a:rPr lang="en-IN" dirty="0"/>
            </a:br>
            <a:br>
              <a:rPr lang="en-IN" dirty="0"/>
            </a:br>
            <a:r>
              <a:rPr dirty="0"/>
              <a:t>AI Timeline (1950–2025)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01419"/>
            <a:ext cx="6400800" cy="2537381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1950s – The Birth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/>
            </a:pPr>
            <a:r>
              <a:t>• 1950: Alan Turing proposes the Turing Test.</a:t>
            </a:r>
          </a:p>
          <a:p>
            <a:pPr>
              <a:spcAft>
                <a:spcPts val="600"/>
              </a:spcAft>
              <a:defRPr sz="1800"/>
            </a:pPr>
            <a:r>
              <a:t>• 1956: Dartmouth Conference – AI officially named.</a:t>
            </a:r>
          </a:p>
          <a:p>
            <a:pPr>
              <a:spcAft>
                <a:spcPts val="600"/>
              </a:spcAft>
              <a:defRPr sz="1800"/>
            </a:pPr>
            <a:r>
              <a:t>• Early symbolic AI (Logic Theorist, 1955).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1960s – Early AI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/>
            </a:pPr>
            <a:r>
              <a:t>• ELIZA chatbot (1966) simulates conversation.</a:t>
            </a:r>
          </a:p>
          <a:p>
            <a:pPr>
              <a:spcAft>
                <a:spcPts val="600"/>
              </a:spcAft>
              <a:defRPr sz="1800"/>
            </a:pPr>
            <a:r>
              <a:t>• Shakey robot – first AI-controlled robot.</a:t>
            </a:r>
          </a:p>
          <a:p>
            <a:pPr>
              <a:spcAft>
                <a:spcPts val="600"/>
              </a:spcAft>
              <a:defRPr sz="1800"/>
            </a:pPr>
            <a:r>
              <a:t>• Rise of expert systems and symbolic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1970s – AI Winter Begins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/>
            </a:pPr>
            <a:r>
              <a:t>• Funding cuts due to limited progress.</a:t>
            </a:r>
          </a:p>
          <a:p>
            <a:pPr>
              <a:spcAft>
                <a:spcPts val="600"/>
              </a:spcAft>
              <a:defRPr sz="1800"/>
            </a:pPr>
            <a:r>
              <a:t>• Development of MYCIN (medical expert system).</a:t>
            </a:r>
          </a:p>
          <a:p>
            <a:pPr>
              <a:spcAft>
                <a:spcPts val="600"/>
              </a:spcAft>
              <a:defRPr sz="1800"/>
            </a:pPr>
            <a:r>
              <a:t>• Start of knowledge-based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1980s – Expert Systems Boom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/>
            </a:pPr>
            <a:r>
              <a:t>• Businesses adopt expert systems (e.g., XCON).</a:t>
            </a:r>
          </a:p>
          <a:p>
            <a:pPr>
              <a:spcAft>
                <a:spcPts val="600"/>
              </a:spcAft>
              <a:defRPr sz="1800"/>
            </a:pPr>
            <a:r>
              <a:t>• AI gains commercial traction.</a:t>
            </a:r>
          </a:p>
          <a:p>
            <a:pPr>
              <a:spcAft>
                <a:spcPts val="600"/>
              </a:spcAft>
              <a:defRPr sz="1800"/>
            </a:pPr>
            <a:r>
              <a:t>• Neural networks revived (backpropagation, 1986).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1990s – AI in the Real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/>
            </a:pPr>
            <a:r>
              <a:t>• IBM’s Deep Blue defeats Garry Kasparov (1997).</a:t>
            </a:r>
          </a:p>
          <a:p>
            <a:pPr>
              <a:spcAft>
                <a:spcPts val="600"/>
              </a:spcAft>
              <a:defRPr sz="1800"/>
            </a:pPr>
            <a:r>
              <a:t>• Early speech recognition and computer vision advances.</a:t>
            </a:r>
          </a:p>
          <a:p>
            <a:pPr>
              <a:spcAft>
                <a:spcPts val="600"/>
              </a:spcAft>
              <a:defRPr sz="1800"/>
            </a:pPr>
            <a:r>
              <a:t>• Growth of probabilistic AI (Bayesian networks).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2000s – Machine Learning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/>
            </a:pPr>
            <a:r>
              <a:t>• Rise of data-driven AI using big data.</a:t>
            </a:r>
          </a:p>
          <a:p>
            <a:pPr>
              <a:spcAft>
                <a:spcPts val="600"/>
              </a:spcAft>
              <a:defRPr sz="1800"/>
            </a:pPr>
            <a:r>
              <a:t>• Speech recognition improves (Siri introduced 2011).</a:t>
            </a:r>
          </a:p>
          <a:p>
            <a:pPr>
              <a:spcAft>
                <a:spcPts val="600"/>
              </a:spcAft>
              <a:defRPr sz="1800"/>
            </a:pPr>
            <a:r>
              <a:t>• Start of modern AI frameworks.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2010s – Deep Learning Revolution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/>
            </a:pPr>
            <a:r>
              <a:t>• ImageNet breakthrough (2012).</a:t>
            </a:r>
          </a:p>
          <a:p>
            <a:pPr>
              <a:spcAft>
                <a:spcPts val="600"/>
              </a:spcAft>
              <a:defRPr sz="1800"/>
            </a:pPr>
            <a:r>
              <a:t>• AlphaGo beats world Go champion (2016).</a:t>
            </a:r>
          </a:p>
          <a:p>
            <a:pPr>
              <a:spcAft>
                <a:spcPts val="600"/>
              </a:spcAft>
              <a:defRPr sz="1800"/>
            </a:pPr>
            <a:r>
              <a:t>• AI in daily use — Alexa, self-driving cars, recommendation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2020s – Generative AI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/>
            </a:pPr>
            <a:r>
              <a:t>• Transformers revolutionize NLP (GPT, BERT).</a:t>
            </a:r>
          </a:p>
          <a:p>
            <a:pPr>
              <a:spcAft>
                <a:spcPts val="600"/>
              </a:spcAft>
              <a:defRPr sz="1800"/>
            </a:pPr>
            <a:r>
              <a:t>• AI models like ChatGPT, DALL·E, Gemini, Claude emerge.</a:t>
            </a:r>
          </a:p>
          <a:p>
            <a:pPr>
              <a:spcAft>
                <a:spcPts val="600"/>
              </a:spcAft>
              <a:defRPr sz="1800"/>
            </a:pPr>
            <a:r>
              <a:t>• AI used in healthcare, education, coding, and more.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956A11-CB70-3168-9503-6FD5528FD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298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Group -4 Harish Babu Marella Ajala Olakunle Devaraj Vinothini Korlakunta Yogendra Kumar Malle Rakesh Namburi Sruthi  AI Timeline (1950–2025)</vt:lpstr>
      <vt:lpstr>1950s – The Birth of AI</vt:lpstr>
      <vt:lpstr>1960s – Early AI Programs</vt:lpstr>
      <vt:lpstr>1970s – AI Winter Begins</vt:lpstr>
      <vt:lpstr>1980s – Expert Systems Boom</vt:lpstr>
      <vt:lpstr>1990s – AI in the Real World</vt:lpstr>
      <vt:lpstr>2000s – Machine Learning Growth</vt:lpstr>
      <vt:lpstr>2010s – Deep Learning Revolution</vt:lpstr>
      <vt:lpstr>2020s – Generative AI Era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Harish Babu</dc:creator>
  <cp:keywords/>
  <dc:description>generated using python-pptx</dc:description>
  <cp:lastModifiedBy>HARISH BABU MARELLA</cp:lastModifiedBy>
  <cp:revision>2</cp:revision>
  <dcterms:created xsi:type="dcterms:W3CDTF">2013-01-27T09:14:16Z</dcterms:created>
  <dcterms:modified xsi:type="dcterms:W3CDTF">2025-11-03T12:03:17Z</dcterms:modified>
  <cp:category/>
</cp:coreProperties>
</file>